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8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2302779" y="4471625"/>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Student Name</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1879018" y="4336133"/>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924234"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945013" y="4413410"/>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abc@xyz.com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3523298" y="4318413"/>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Guide Name</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56CE2B4C-42F3-6C3D-A2AC-C0C414252A53}"/>
              </a:ext>
            </a:extLst>
          </p:cNvPr>
          <p:cNvSpPr txBox="1"/>
          <p:nvPr/>
        </p:nvSpPr>
        <p:spPr>
          <a:xfrm>
            <a:off x="68461" y="3462539"/>
            <a:ext cx="5447162" cy="369332"/>
          </a:xfrm>
          <a:prstGeom prst="rect">
            <a:avLst/>
          </a:prstGeom>
          <a:noFill/>
        </p:spPr>
        <p:txBody>
          <a:bodyPr wrap="square">
            <a:spAutoFit/>
          </a:bodyPr>
          <a:lstStyle/>
          <a:p>
            <a:pPr algn="ctr">
              <a:spcBef>
                <a:spcPts val="400"/>
              </a:spcBef>
              <a:spcAft>
                <a:spcPts val="400"/>
              </a:spcAft>
              <a:buNone/>
            </a:pPr>
            <a:r>
              <a:rPr lang="en-IN" sz="1800" b="1" dirty="0">
                <a:solidFill>
                  <a:srgbClr val="1B3A8A"/>
                </a:solidFill>
                <a:effectLst/>
                <a:latin typeface="Arial" panose="020B0604020202020204" pitchFamily="34" charset="0"/>
                <a:ea typeface="Arial" panose="020B0604020202020204" pitchFamily="34" charset="0"/>
              </a:rPr>
              <a:t>[Project Title Name]</a:t>
            </a:r>
            <a:endParaRPr lang="en-IN" sz="1050" dirty="0">
              <a:effectLst/>
              <a:latin typeface="Arial" panose="020B0604020202020204" pitchFamily="34" charset="0"/>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2441694"/>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Open Sans" panose="020B0606030504020204" pitchFamily="34" charset="0"/>
                <a:cs typeface="Arial" panose="020B0604020202020204" pitchFamily="34" charset="0"/>
              </a:rPr>
              <a:t>Write a brief overview of your project here.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Describe the objective and purpose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Mention the tools and technologies used.</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Summarize the expected outcomes briefly.</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Add any key highlights or unique aspects of your work.</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762910" cy="3272691"/>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Describe the core problem your project addresses.</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Explain why this problem is significant or challenging.</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Mention who is affected by this problem (target users or domain).</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State limitations of existing approaches or tools.</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Define the scope and boundaries of the problem clearly.</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[Describe your proposed solution here. Explain how your approach solves the identified problem. Mention the methodology, tools, and steps you followed. Highlight the key benefits and innovations of your solution compared to existing methods.]</a:t>
            </a: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r>
              <a:rPr lang="en-US" sz="1600" dirty="0">
                <a:solidFill>
                  <a:srgbClr val="1A1A2E"/>
                </a:solidFill>
                <a:latin typeface="Lato" panose="020F0502020204030203" pitchFamily="34" charset="0"/>
                <a:ea typeface="Calibri" pitchFamily="34" charset="-122"/>
                <a:cs typeface="Arial" panose="020B0604020202020204" pitchFamily="34" charset="0"/>
              </a:rPr>
              <a:t>[Describe data sources: raw files, databases, APIs, uploads, etc.]</a:t>
            </a: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r>
              <a:rPr lang="en-US" sz="1600" dirty="0">
                <a:solidFill>
                  <a:srgbClr val="1A1A2E"/>
                </a:solidFill>
                <a:latin typeface="Lato" panose="020F0502020204030203" pitchFamily="34" charset="0"/>
                <a:ea typeface="Calibri" pitchFamily="34" charset="-122"/>
                <a:cs typeface="Arial" panose="020B0604020202020204" pitchFamily="34" charset="0"/>
              </a:rPr>
              <a:t>[Explain how data is cleaned, transformed, and analyzed using your tools.]</a:t>
            </a: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r>
              <a:rPr lang="en-US" sz="1600" dirty="0">
                <a:solidFill>
                  <a:srgbClr val="1A1A2E"/>
                </a:solidFill>
                <a:latin typeface="Lato" panose="020F0502020204030203" pitchFamily="34" charset="0"/>
                <a:ea typeface="Calibri" pitchFamily="34" charset="-122"/>
                <a:cs typeface="Arial" panose="020B0604020202020204" pitchFamily="34" charset="0"/>
              </a:rPr>
              <a:t>[Detail how Excel, Power BI, Copilot, or AI Chatbots are integrated.]</a:t>
            </a: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r>
              <a:rPr lang="en-US" sz="1600" dirty="0">
                <a:solidFill>
                  <a:srgbClr val="1A1A2E"/>
                </a:solidFill>
                <a:latin typeface="Lato" panose="020F0502020204030203" pitchFamily="34" charset="0"/>
                <a:ea typeface="Calibri" pitchFamily="34" charset="-122"/>
                <a:cs typeface="Arial" panose="020B0604020202020204" pitchFamily="34" charset="0"/>
              </a:rPr>
              <a:t>[Describe what the final output looks like: report, chart, dashboard.]</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1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2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3 here — what this demo shows, key features, and results achieved.]</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[Write your project conclusion here. Summarize what was accomplished, the key results and findings, and the overall impact of your work. Mention whether the objectives were achieved and what value this project adds to the domain.]</a:t>
            </a: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[Describe the future enhancements and improvements planned for this project. Mention additional features, scalability plans, integration possibilities, or further research </a:t>
            </a:r>
            <a:r>
              <a:rPr lang="en-US" sz="1600" dirty="0">
                <a:solidFill>
                  <a:srgbClr val="1A1A2E"/>
                </a:solidFill>
                <a:latin typeface="Lato" panose="020F0502020204030203" pitchFamily="34" charset="0"/>
                <a:ea typeface="Calibri" pitchFamily="34" charset="-122"/>
                <a:cs typeface="Arial" panose="020B0604020202020204" pitchFamily="34" charset="0"/>
              </a:rPr>
              <a:t>areas</a:t>
            </a:r>
            <a:r>
              <a:rPr lang="en-US" dirty="0">
                <a:solidFill>
                  <a:srgbClr val="1A1A2E"/>
                </a:solidFill>
                <a:latin typeface="Lato" panose="020F0502020204030203" pitchFamily="34" charset="0"/>
                <a:ea typeface="Calibri" pitchFamily="34" charset="-122"/>
                <a:cs typeface="Arial" panose="020B0604020202020204" pitchFamily="34" charset="0"/>
              </a:rPr>
              <a:t> that can extend the project's impact.]</a:t>
            </a: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473</Words>
  <Application>Microsoft Office PowerPoint</Application>
  <PresentationFormat>On-screen Show (16:9)</PresentationFormat>
  <Paragraphs>71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Umamaheshwari R</cp:lastModifiedBy>
  <cp:revision>33</cp:revision>
  <dcterms:created xsi:type="dcterms:W3CDTF">2026-02-18T09:17:23Z</dcterms:created>
  <dcterms:modified xsi:type="dcterms:W3CDTF">2026-04-06T04:20:42Z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